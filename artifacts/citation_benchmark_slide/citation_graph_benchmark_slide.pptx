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4124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Citation-Graph Benchmark: From Retrieval Labels to Novelty Evidence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921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86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evaluate whether a system can find the prior work that matters for judging what a target paper actually adds.</a:t>
            </a:r>
            <a:endParaRPr lang="en-US" sz="118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paper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E7F0F4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27632"/>
            <a:ext cx="11338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+ claims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94560" y="1709928"/>
            <a:ext cx="914400" cy="0"/>
          </a:xfrm>
          <a:prstGeom prst="line">
            <a:avLst/>
          </a:prstGeom>
          <a:noFill/>
          <a:ln w="19050">
            <a:solidFill>
              <a:srgbClr val="58636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200400" y="1207008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63824" y="148132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E9F3E9"/>
          </a:solidFill>
          <a:ln w="12700">
            <a:solidFill>
              <a:srgbClr val="2F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27632"/>
            <a:ext cx="1143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F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user-like ask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709928"/>
            <a:ext cx="914400" cy="0"/>
          </a:xfrm>
          <a:prstGeom prst="line">
            <a:avLst/>
          </a:prstGeom>
          <a:noFill/>
          <a:ln w="19050">
            <a:solidFill>
              <a:srgbClr val="58636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760720" y="1207008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146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prior 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33872" y="148132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6ECE8"/>
          </a:solidFill>
          <a:ln w="12700">
            <a:solidFill>
              <a:srgbClr val="A146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032" y="1627632"/>
            <a:ext cx="1143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146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support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52360" y="1709928"/>
            <a:ext cx="914400" cy="0"/>
          </a:xfrm>
          <a:prstGeom prst="line">
            <a:avLst/>
          </a:prstGeom>
          <a:noFill/>
          <a:ln w="19050">
            <a:solidFill>
              <a:srgbClr val="58636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458200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 label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22208" y="148132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DF4D7"/>
          </a:solidFill>
          <a:ln w="12700">
            <a:solidFill>
              <a:srgbClr val="B48B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68512" y="16276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D53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info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331720"/>
            <a:ext cx="3611880" cy="3611880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2700">
            <a:solidFill>
              <a:srgbClr val="CDD4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3611880" cy="128016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587752"/>
            <a:ext cx="328269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citation graph?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" y="3154680"/>
            <a:ext cx="3282696" cy="2624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 are author-supplied evidence of which prior work the paper is positioning against, so they are less circular than using embedding similarity and then asking an LLM to say “good / bad.”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it as: target paper -&gt; cited candidate pool -&gt; gold prior support ACUs -&gt; label the target’s added information relative to that support.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Similarity/LLM labels still help rank candidates, but citations anchor the benchmark in real scholarly comparison behavior.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97680" y="2331720"/>
            <a:ext cx="3611880" cy="3611880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2700">
            <a:solidFill>
              <a:srgbClr val="CDD4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2331720"/>
            <a:ext cx="3611880" cy="128016"/>
          </a:xfrm>
          <a:prstGeom prst="rect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2587752"/>
            <a:ext cx="328269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How to make queries?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62272" y="3154680"/>
            <a:ext cx="3282696" cy="2624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several query views from the same target paper: title/abstract, extracted contribution claims, dataset ACUs, and an LLM-rephrased user question.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LLM rephrase only as one query condition, with a prompt such as: “What prior dataset or benchmark should I compare against for this contribution?”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whether retrieval is robust across query styles, not just optimized for one phrasing.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92440" y="2331720"/>
            <a:ext cx="3611880" cy="3611880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2700">
            <a:solidFill>
              <a:srgbClr val="CDD4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2331720"/>
            <a:ext cx="3611880" cy="128016"/>
          </a:xfrm>
          <a:prstGeom prst="rect">
            <a:avLst/>
          </a:prstGeom>
          <a:solidFill>
            <a:srgbClr val="A14632"/>
          </a:solidFill>
          <a:ln w="12700">
            <a:solidFill>
              <a:srgbClr val="A146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57032" y="2587752"/>
            <a:ext cx="328269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146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Non-novel work?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57032" y="3154680"/>
            <a:ext cx="3282696" cy="2624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pairs alone will under-sample zero-novelty cases because published papers usually claim some contribution.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controls: near-duplicate/repackaging examples, dataset extensions with only format/language splits changed, and hard negatives from highly similar uncited papers.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 labels into bands: repackaging, incremental, substantial. Then sample deliberately so the benchmark covers the full novelty distribution.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30352" y="6263640"/>
            <a:ext cx="11155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framing: retrieve the right prior support first, then score how much of the target’s claims remain unsupported by that prior work.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Citation Graphs for Novelty-Oriented Retrieval</dc:title>
  <dc:subject>Citation-graph retrieval benchmark</dc:subject>
  <dc:creator>Codex</dc:creator>
  <cp:lastModifiedBy>Codex</cp:lastModifiedBy>
  <cp:revision>1</cp:revision>
  <dcterms:created xsi:type="dcterms:W3CDTF">2026-04-17T16:53:53Z</dcterms:created>
  <dcterms:modified xsi:type="dcterms:W3CDTF">2026-04-17T16:53:53Z</dcterms:modified>
</cp:coreProperties>
</file>